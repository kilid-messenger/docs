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/>
        </p:spPr>
      </p:sp>
      <p:pic>
        <p:nvPicPr>
          <p:cNvPr id="3" name="Image 0" descr="/home/workdir/attachmen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914400"/>
            <a:ext cx="2011680" cy="201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1089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Desktop Messenger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Encrypted  ·  Open Source  ·  Privacy First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828800" y="484632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14192D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Encryption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023360" y="484632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14192D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23360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Transport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484632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14192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&amp; Voice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412480" y="4846320"/>
            <a:ext cx="2011680" cy="384048"/>
          </a:xfrm>
          <a:prstGeom prst="roundRect">
            <a:avLst>
              <a:gd name="adj" fmla="val 47619"/>
            </a:avLst>
          </a:prstGeom>
          <a:solidFill>
            <a:srgbClr val="14192D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4846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Games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  ·  v1.0.0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960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960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Vision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0" y="9601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private messaging still needs better tools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673352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7335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167335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Overview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67335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KILID is and who it is for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86584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3865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238658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2386584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groups, voice, recovery, games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099816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09981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309981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3099816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stack, keys, and threat boundaries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13048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81304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38130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3813048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Layers, MQTT, local-first data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526280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26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554480" y="4526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0" y="45262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glass UI and key flows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7200" y="5239512"/>
            <a:ext cx="11247120" cy="640080"/>
          </a:xfrm>
          <a:prstGeom prst="roundRect">
            <a:avLst>
              <a:gd name="adj" fmla="val 14286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23951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554480" y="523951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Summary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0" y="523951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and what comes next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messengers force a trade-off between convenience and control.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44752"/>
            <a:ext cx="54864" cy="181965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servers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content and metadata live on infrastructure you do not control.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44752"/>
            <a:ext cx="54864" cy="181965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crypto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cannot verify how keys are managed or whether servers can read traffic.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39312"/>
            <a:ext cx="54864" cy="181965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lock-in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passwords or devices often mean permanent loss of history and identity.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566160"/>
            <a:ext cx="5577840" cy="1965960"/>
          </a:xfrm>
          <a:prstGeom prst="roundRect">
            <a:avLst>
              <a:gd name="adj" fmla="val 5581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639312"/>
            <a:ext cx="54864" cy="181965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offline recovery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0" y="43891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depends on SMS, email, or vendor support — not local secrets.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is a local-first, end-to-end encrypted desktop messenger.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444752"/>
            <a:ext cx="54864" cy="424281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1737360"/>
            <a:ext cx="914400" cy="914400"/>
          </a:xfrm>
          <a:prstGeom prst="ellipse">
            <a:avLst/>
          </a:prstGeom>
          <a:solidFill>
            <a:srgbClr val="1A2038"/>
          </a:solidFill>
          <a:ln w="25400">
            <a:solidFill>
              <a:srgbClr val="00D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on device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AES-256-GCM. Plaintext never leaves the client unencrypted.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83280" y="137160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444752"/>
            <a:ext cx="54864" cy="424281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1737360"/>
            <a:ext cx="914400" cy="914400"/>
          </a:xfrm>
          <a:prstGeom prst="ellipse">
            <a:avLst/>
          </a:prstGeom>
          <a:solidFill>
            <a:srgbClr val="1A2038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56616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proprietary store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3840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brokers transport ciphertext only. No KILID message server.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1444752"/>
            <a:ext cx="54864" cy="42428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7223760" y="1737360"/>
            <a:ext cx="914400" cy="914400"/>
          </a:xfrm>
          <a:prstGeom prst="ellipse">
            <a:avLst/>
          </a:prstGeom>
          <a:solidFill>
            <a:srgbClr val="1A203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9224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the keys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3840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keys and recovery Safety Number stay under user control.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235440" y="1371600"/>
            <a:ext cx="2743200" cy="4389120"/>
          </a:xfrm>
          <a:prstGeom prst="roundRect">
            <a:avLst>
              <a:gd name="adj" fmla="val 4000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0" y="1444752"/>
            <a:ext cx="54864" cy="424281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49840" y="1737360"/>
            <a:ext cx="914400" cy="914400"/>
          </a:xfrm>
          <a:prstGeom prst="ellipse">
            <a:avLst/>
          </a:prstGeom>
          <a:solidFill>
            <a:srgbClr val="1A2038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49840" y="17373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941832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by design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18320" y="384048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algorithms, inspectable SQLite, open-source client.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24712"/>
            <a:ext cx="54864" cy="20939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 Encrypted Chat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reactions, edit, delete, delivery &amp; read receipts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0515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124712"/>
            <a:ext cx="54864" cy="20939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keys, invite codes, PIN join, admin roles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0515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124712"/>
            <a:ext cx="54864" cy="20939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417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Messages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60 seconds, chunked over MQTT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93592"/>
            <a:ext cx="54864" cy="20939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Transfer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10 MB, 128 KB chunks, progress UI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5204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593592"/>
            <a:ext cx="54864" cy="20939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Recovery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0" y="4526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32-digit Safety Number, backup file, online transfer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35204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593592"/>
            <a:ext cx="54864" cy="20939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3886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Games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0" y="4526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Backgammon &amp; Chess — bot, practice, or online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Model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5669280" cy="5212080"/>
          </a:xfrm>
          <a:prstGeom prst="roundRect">
            <a:avLst>
              <a:gd name="adj" fmla="val 210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430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16916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 SECP384R1 key pair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ECDH → session material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KDF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697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PBKDF2-HMAC-SHA512 · 600k iters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2004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 (auth + encrypt)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MAC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envelope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4206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 peer address (32 hex)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51760" y="4709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private key PEM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52120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32-digit Safety Number blob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96012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1033272"/>
            <a:ext cx="54864" cy="2322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143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0" y="16002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content · Private keys · Passwords · Group secrets · Recovery material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3657600"/>
            <a:ext cx="5303520" cy="2514600"/>
          </a:xfrm>
          <a:prstGeom prst="roundRect">
            <a:avLst>
              <a:gd name="adj" fmla="val 4364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3730752"/>
            <a:ext cx="54864" cy="2368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scope by design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675120" y="4297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metadata (who/when) · Compromised endpoints · Global passive anonymity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layers. Dependencies point downward. Content always passes through Security.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4192D"/>
          </a:solidFill>
          <a:ln w="19050">
            <a:solidFill>
              <a:srgbClr val="00D2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109728" cy="822960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344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1234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PyQt6 UI · Login · Chat · Groups · Settings · Games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4192D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94560"/>
            <a:ext cx="109728" cy="8229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1945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194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· Presence · Invites · Notifications · Files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4192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10972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546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66160" y="31546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ECDH · AES-GCM · PBKDF2 · HMAC · Ratchet · Recovery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419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14800"/>
            <a:ext cx="109728" cy="8229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148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66160" y="4114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WAL · Connection pool · Migrations v6 · Cleanup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074920"/>
            <a:ext cx="11247120" cy="822960"/>
          </a:xfrm>
          <a:prstGeom prst="roundRect">
            <a:avLst>
              <a:gd name="adj" fmla="val 11111"/>
            </a:avLst>
          </a:prstGeom>
          <a:solidFill>
            <a:srgbClr val="14192D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074920"/>
            <a:ext cx="109728" cy="8229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74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5074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TLS · Topic namespace · Discovery · Reconnect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Path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92D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38912" y="320040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writes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chat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57400" y="20116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92D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30552" y="320040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 shared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for peer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20116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92D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4904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22192" y="320040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AES-GCM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nonce + meta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40680" y="20116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92D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13832" y="320040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to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hashed topic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32320" y="20116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92D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3232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05472" y="320040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sub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 callback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23960" y="20116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92D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2396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97112" y="320040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AES-GCM open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515600" y="201168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4192D"/>
          </a:solidFill>
          <a:ln w="15240">
            <a:solidFill>
              <a:srgbClr val="00D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0" y="21945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515600" y="2651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588752" y="3200400"/>
            <a:ext cx="140817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SQLite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UI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broker only ever sees ciphertext and topic metadata — never keys or plaintext.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53035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94360" y="5760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msgs / 10s per sender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383280" y="53035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 window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520440" y="5760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±3 minutes clock skew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53035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rotation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46520" y="5760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50 messages or 1 hour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235440" y="5303520"/>
            <a:ext cx="2743200" cy="1005840"/>
          </a:xfrm>
          <a:prstGeom prst="roundRect">
            <a:avLst>
              <a:gd name="adj" fmla="val 10909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72600" y="5394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packet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372600" y="5760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KB encrypted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Recovery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paths — no SMS, no email, no vendor support required.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53312"/>
            <a:ext cx="54864" cy="470001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Number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32-digit offline 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Shown once at registration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Resets local password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Decrypts recovery blob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846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Works without network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97680" y="128016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353312"/>
            <a:ext cx="54864" cy="470001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File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2286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.kilidbak package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Password-encrypted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Full account restore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Import on any device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846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Offline capable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38160" y="128016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353312"/>
            <a:ext cx="54864" cy="4700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Transfer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0" y="2286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128-char address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16-digit session PIN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0" y="35661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Retained MQTT topic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12480" y="4206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Time-limited package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Device-to-device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24712"/>
            <a:ext cx="54864" cy="20939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/ Register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 dialog, Terms, restore flows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0515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124712"/>
            <a:ext cx="54864" cy="20939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List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Unread, pin, mute, presence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05156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124712"/>
            <a:ext cx="54864" cy="20939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5544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Surface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21945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Bubbles, voice, files, reactions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93592"/>
            <a:ext cx="54864" cy="20939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4663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Invites, admins, shared keys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5204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0" y="3593592"/>
            <a:ext cx="54864" cy="20939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0" y="4663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TLS, backup, password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3520440"/>
            <a:ext cx="3657600" cy="2240280"/>
          </a:xfrm>
          <a:prstGeom prst="roundRect">
            <a:avLst>
              <a:gd name="adj" fmla="val 4898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593592"/>
            <a:ext cx="54864" cy="20939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0" y="4023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 Hub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412480" y="4663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3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 &amp; Backgammon online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2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A0E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  ·  Secure Messenger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15600" y="6601968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0515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05156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05156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0" y="105156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PyQt6 + qdarkstyle + qtawesome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24028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34640" y="22402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paho-mqtt (TLS / certifi)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24028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24028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22402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cryptography (ECDH, AES-GCM, PBKDF2)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2900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4290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WAL · connection pool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342900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42900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0" y="342900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PyAudio + wave (optional)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61772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6177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34640" y="46177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· Linux · macOS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4617720"/>
            <a:ext cx="5577840" cy="1051560"/>
          </a:xfrm>
          <a:prstGeom prst="roundRect">
            <a:avLst>
              <a:gd name="adj" fmla="val 10435"/>
            </a:avLst>
          </a:prstGeom>
          <a:solidFill>
            <a:srgbClr val="14192D"/>
          </a:solidFill>
          <a:ln w="12700">
            <a:solidFill>
              <a:srgbClr val="2A31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61772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0" y="46177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HiveMQ · Mosquitto · EMQX · Custom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0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2FF"/>
          </a:solidFill>
          <a:ln/>
        </p:spPr>
      </p:sp>
      <p:pic>
        <p:nvPicPr>
          <p:cNvPr id="3" name="Image 0" descr="/home/workdir/attachmen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9144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291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EC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Secure. Local-first. Open.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023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kilid.app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github.com/armanghobadi/kilid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56692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v1.0.0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KILID Messenger — Product Overview</dc:title>
  <dc:subject>Secure Desktop Messenger</dc:subject>
  <dc:creator>KILID</dc:creator>
  <cp:lastModifiedBy>KILID</cp:lastModifiedBy>
  <cp:revision>1</cp:revision>
  <dcterms:created xsi:type="dcterms:W3CDTF">2026-08-11T20:42:35Z</dcterms:created>
  <dcterms:modified xsi:type="dcterms:W3CDTF">2026-08-11T20:42:35Z</dcterms:modified>
</cp:coreProperties>
</file>